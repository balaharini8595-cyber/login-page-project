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Login Page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HTML, CSS &amp; JavaScript Combined</a:t>
            </a:r>
          </a:p>
          <a:p>
            <a:r>
              <a:t>Presented by Vijayalakshmi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Login Page Application</a:t>
            </a:r>
          </a:p>
          <a:p>
            <a:r>
              <a:t>• Developed using HTML, CSS, and JavaScript</a:t>
            </a:r>
          </a:p>
          <a:p>
            <a:r>
              <a:t>• Validates username and password</a:t>
            </a:r>
          </a:p>
          <a:p>
            <a:r>
              <a:t>• Displays landing page after successful login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login form with username and password fields</a:t>
            </a:r>
          </a:p>
          <a:p>
            <a:r>
              <a:t>• Sign In button to trigger login function</a:t>
            </a:r>
          </a:p>
          <a:p>
            <a:r>
              <a:t>• Landing page section for successful login</a:t>
            </a:r>
          </a:p>
          <a:p>
            <a:r>
              <a:t>• All content combined in a single HTML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Gradient background design</a:t>
            </a:r>
          </a:p>
          <a:p>
            <a:r>
              <a:t>• Centered login container</a:t>
            </a:r>
          </a:p>
          <a:p>
            <a:r>
              <a:t>• Styled input fields and buttons</a:t>
            </a:r>
          </a:p>
          <a:p>
            <a:r>
              <a:t>• Hover effects for better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login() function checks username and password</a:t>
            </a:r>
          </a:p>
          <a:p>
            <a:r>
              <a:t>• Valid credentials: admin / 1234</a:t>
            </a:r>
          </a:p>
          <a:p>
            <a:r>
              <a:t>• Shows landing page on success</a:t>
            </a:r>
          </a:p>
          <a:p>
            <a:r>
              <a:t>• logout() function returns to login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username and password</a:t>
            </a:r>
          </a:p>
          <a:p>
            <a:r>
              <a:t>2. Clicks Sign In</a:t>
            </a:r>
          </a:p>
          <a:p>
            <a:r>
              <a:t>3. If correct → Welcome page shown</a:t>
            </a:r>
          </a:p>
          <a:p>
            <a:r>
              <a:t>4. If incorrect → Error alert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basic front-end login system</a:t>
            </a:r>
          </a:p>
          <a:p>
            <a:r>
              <a:t>• Combines HTML, CSS &amp; JavaScript</a:t>
            </a:r>
          </a:p>
          <a:p>
            <a:r>
              <a:t>• Beginner-friendly web development project</a:t>
            </a:r>
          </a:p>
          <a:p>
            <a:r>
              <a:t>• Can be enhanced using database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                     CODE :1</a:t>
            </a:r>
            <a:endParaRPr lang="en-IN" altLang="en-GB"/>
          </a:p>
        </p:txBody>
      </p:sp>
      <p:pic>
        <p:nvPicPr>
          <p:cNvPr id="4" name="Content Placeholder 3" descr="Screenshot 2026-02-23 1056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8065" y="1245870"/>
            <a:ext cx="7086600" cy="4810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                     CODE :2</a:t>
            </a:r>
            <a:endParaRPr lang="en-IN" altLang="en-GB"/>
          </a:p>
        </p:txBody>
      </p:sp>
      <p:pic>
        <p:nvPicPr>
          <p:cNvPr id="4" name="Content Placeholder 3" descr="Screenshot 2026-02-23 1058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2720" y="1674495"/>
            <a:ext cx="6257925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                       CODE :3</a:t>
            </a:r>
            <a:endParaRPr lang="en-IN" altLang="en-GB"/>
          </a:p>
        </p:txBody>
      </p:sp>
      <p:pic>
        <p:nvPicPr>
          <p:cNvPr id="4" name="Content Placeholder 3" descr="Screenshot 2026-02-23 1059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6585" y="1174750"/>
            <a:ext cx="537019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                         CODE :4</a:t>
            </a:r>
            <a:endParaRPr lang="en-IN" altLang="en-GB"/>
          </a:p>
        </p:txBody>
      </p:sp>
      <p:pic>
        <p:nvPicPr>
          <p:cNvPr id="4" name="Content Placeholder 3" descr="Screenshot 2026-02-23 1059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09115" y="1998345"/>
            <a:ext cx="5524500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                   OUTPUT</a:t>
            </a:r>
            <a:endParaRPr lang="en-IN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6095" y="2617470"/>
            <a:ext cx="5591175" cy="2066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WPS Presentation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Orange Waves</vt:lpstr>
      <vt:lpstr>Login Page Project</vt:lpstr>
      <vt:lpstr>Project Introduction</vt:lpstr>
      <vt:lpstr>HTML Structure</vt:lpstr>
      <vt:lpstr>CSS Design</vt:lpstr>
      <vt:lpstr>JavaScript Functionality</vt:lpstr>
      <vt:lpstr>How It Works</vt:lpstr>
      <vt:lpstr>Conclusion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`balaharini</cp:lastModifiedBy>
  <cp:revision>3</cp:revision>
  <dcterms:created xsi:type="dcterms:W3CDTF">2013-01-27T09:14:00Z</dcterms:created>
  <dcterms:modified xsi:type="dcterms:W3CDTF">2026-02-23T05:49:28Z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011D07E138D941BBB183B516DC66B601_13</vt:lpwstr>
  </property>
  <property fmtid="{D5CDD505-2E9C-101B-9397-08002B2CF9AE}" pid="3" name="KSOProductBuildVer">
    <vt:lpwstr>2057-12.2.0.23197</vt:lpwstr>
  </property>
</Properties>
</file>